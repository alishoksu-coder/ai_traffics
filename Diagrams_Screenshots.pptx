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pic>
        <p:nvPicPr>
          <p:cNvPr id="3" name="Picture 2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878" y="1177609"/>
            <a:ext cx="5004619" cy="50011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</a:t>
            </a:r>
          </a:p>
        </p:txBody>
      </p:sp>
      <p:pic>
        <p:nvPicPr>
          <p:cNvPr id="3" name="Picture 2" descr="diagram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73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MoodColor</a:t>
            </a:r>
          </a:p>
        </p:txBody>
      </p:sp>
      <p:pic>
        <p:nvPicPr>
          <p:cNvPr id="3" name="Picture 2" descr="diagram_Mood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432619"/>
            <a:ext cx="5486357" cy="12727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NoteEditorScreen</a:t>
            </a:r>
          </a:p>
        </p:txBody>
      </p:sp>
      <p:pic>
        <p:nvPicPr>
          <p:cNvPr id="3" name="Picture 2" descr="diagram_NoteEditor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432" y="-948690"/>
            <a:ext cx="5379607" cy="71159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PIN_Verify</a:t>
            </a:r>
          </a:p>
        </p:txBody>
      </p:sp>
      <p:pic>
        <p:nvPicPr>
          <p:cNvPr id="3" name="Picture 2" descr="diagram_PIN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134613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Функциональная диаграмма</a:t>
            </a:r>
          </a:p>
        </p:txBody>
      </p:sp>
      <p:pic>
        <p:nvPicPr>
          <p:cNvPr id="3" name="Picture 2" descr="diagram_Функциональная диаграмм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484" y="1135626"/>
            <a:ext cx="9085008" cy="30950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LSTM</a:t>
            </a:r>
          </a:p>
        </p:txBody>
      </p:sp>
      <p:pic>
        <p:nvPicPr>
          <p:cNvPr id="3" name="Picture 2" descr="diagram_Архитектура LST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78231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</Words>
  <Application>Microsoft Office PowerPoint</Application>
  <PresentationFormat>Экран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Architecture</vt:lpstr>
      <vt:lpstr>Lifecycle</vt:lpstr>
      <vt:lpstr>MoodColor</vt:lpstr>
      <vt:lpstr>NoteEditorScreen</vt:lpstr>
      <vt:lpstr>PIN_Verify</vt:lpstr>
      <vt:lpstr>Функциональная диаграмма</vt:lpstr>
      <vt:lpstr>Архитектура LSTM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Alisher Suleimenov</cp:lastModifiedBy>
  <cp:revision>2</cp:revision>
  <dcterms:created xsi:type="dcterms:W3CDTF">2013-01-27T09:14:16Z</dcterms:created>
  <dcterms:modified xsi:type="dcterms:W3CDTF">2026-06-08T19:00:08Z</dcterms:modified>
  <cp:category/>
</cp:coreProperties>
</file>