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400">
                <a:solidFill>
                  <a:srgbClr val="0F172A"/>
                </a:solidFill>
              </a:defRPr>
            </a:pPr>
            <a:r>
              <a:t>Қалалық ортадағы көлік ағындарын бақылау мен болжауға арналған AI-қосымша әзірлеу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475569"/>
                </a:solidFill>
              </a:defRPr>
            </a:pPr>
            <a:r>
              <a:t>Студент: Сулейменов Алишер</a:t>
            </a:r>
          </a:p>
          <a:p>
            <a:r>
              <a:t>Ғылыми жетекші: Кусаинова Айнур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F172A"/>
                </a:solidFill>
              </a:defRPr>
            </a:pPr>
            <a:r>
              <a:t>1. Тақырыптың өзектілігі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Урбанизацияның өсуі және көлік кептелісі мәселесі.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Қазақстанның ірі қалаларындағы трафик индексінің нашарлауы.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Экологиялық және экономикалық шығындарды азайту қажеттілігі.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Жасанды интеллект көмегімен басқарудың жаңа мүмкіндіктері.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F172A"/>
                </a:solidFill>
              </a:defRPr>
            </a:pPr>
            <a:r>
              <a:t>2. Жұмыс мақсаты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LSTM нейрондық желілері негізінде трафикті болжау жүйесін құру.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Нақты уақыттағы IoT мониторингін іске асыру.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Ыңғайлы мобильді және веб-платформаны әзірлеу.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Трафикті оңтайландыру арқылы жол қауіпсіздігін арттыру.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F172A"/>
                </a:solidFill>
              </a:defRPr>
            </a:pPr>
            <a:r>
              <a:t>3. Зерттеу міндеттері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Қолданыстағы навигациялық жүйелерді талдау (2GIS, Yandex).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Big Data жинау және өңдеу алгоритмдерін жасау.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LSTM нейрондық желісін оқыту және сынау.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FastAPI және Flutter платформаларында қосымшаны интеграциялау.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F172A"/>
                </a:solidFill>
              </a:defRPr>
            </a:pPr>
            <a:r>
              <a:t>4. Зерттеу нысаны мен пәні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Нысаны: Қалалық көлік инфрақұрылымы мен ағындары.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Пәні: Трафикті талдау және болжау алгоритмдері (ML/AI).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Қолданылатын деректер: IoT сенсорлары, GPS тректері.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Зерттеу аймағы: Астана қаласы (Есіл ауданы мысалында).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F172A"/>
                </a:solidFill>
              </a:defRPr>
            </a:pPr>
            <a:r>
              <a:t>5. Технологиялар Стегі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Backend: FastAPI (Python), PostgreSQL, PostGIS.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AI/ML: PyTorch, Scikit-learn, LSTM architecture.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Mobile: Flutter (Dart), Google Maps SDK.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DevOps: Docker, Render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F172A"/>
                </a:solidFill>
              </a:defRPr>
            </a:pPr>
            <a:r>
              <a:t>6. Аналогтарды Талдау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2GIS: Анықтамалық функциясы жоғары, бірақ AI-болжамы шектеулі.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Yandex.Maps: Трафикті жақсы көрсетеді, бірақ жабық архитектура.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AI Traffic: Ашық архитектура, терең нейрондық болжау, антистресс режим.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Біздің артықшылық: Қазақстандық инфрақұрылымға 100% бейімделу.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F172A"/>
                </a:solidFill>
              </a:defRPr>
            </a:pPr>
            <a:r>
              <a:t>7. Жүйе Архитектурасы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Көп деңгейлі архитектура: Clients -&gt; Gateway -&gt; AI Workers -&gt; DB.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WebSocket арқылы нақты уақыттағы деректер ағыны.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Асинхронды өңдеу (Celery/Asyncio).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Кеңістіктік индекстеу (R-tree/PostGIS) арқылы жылдам іздеу.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F172A"/>
                </a:solidFill>
              </a:defRPr>
            </a:pPr>
            <a:r>
              <a:t>8. Машиналық Оқыту: LSTM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Long Short-Term Memory (LSTM) - уақыттық қатарларды өңдеуге ең тиімді.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Кіріс деректер: тарихи трафик, ауа-райы, апта күні.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Болжау дәлдігі: MAE &lt; 5%, RMSE төмен деңгейде.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Модельдің нақты уақытта өзін-өзі толықтыруы.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F172A"/>
                </a:solidFill>
              </a:defRPr>
            </a:pPr>
            <a:r>
              <a:t>9. Қорытынды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Дипломдық жұмыс мақсатына толық қол жеткізілді.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AI-негізіндегі жұмыс істейтін прототип әзірленді.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Болжау алгоритмдерінің тиімділігі дәлелденді.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Жобаны қалалық басқару жүйесіне интеграциялау мүмкіндігі бар.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