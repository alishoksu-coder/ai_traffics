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600">
                <a:solidFill>
                  <a:srgbClr val="0F172A"/>
                </a:solidFill>
              </a:defRPr>
            </a:pPr>
            <a:r>
              <a:t>Қалалық ортадағы көлік ағындарын бақылау мен болжауға арналған AI-қосымша әзірлеу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75569"/>
                </a:solidFill>
              </a:defRPr>
            </a:pPr>
            <a:r>
              <a:t>Студент: Сулейменов Алишер</a:t>
            </a:r>
            <a:br/>
            <a:r>
              <a:t>Ғылыми жетекші: Кусаинова Айнур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77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AI TRAFFIC PROJECT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30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1. Тақырыптың өзектілігі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Урбанизацияның өсуі және көлік кептелісі мәселесі.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Қазақстанның ірі қалаларындағы трафик индексінің нашарлауы.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Экологиялық және экономикалық шығындарды азайту қажеттілігі.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Жасанды интеллект көмегімен басқарудың жаңа мүмкіндіктері.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30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2. Жұмыс мақсаты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LSTM нейрондық желілері негізінде трафикті болжау жүйесін құру.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Нақты уақыттағы IoT мониторингін іске асыру.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Ыңғайлы мобильді және веб-платформаны әзірлеу.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Трафикті оңтайландыру арқылы жол қауіпсіздігін арттыру.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30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3. Зерттеу міндеттері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Қолданыстағы навигациялық жүйелерді талдау (2GIS, Yandex, Сергек).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Big Data жинау және өңдеу алгоритмдерін жасау.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Бірегей LSTM нейрондық желісін оқыту және сынау.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Мобильді платформада қосымшаны интеграциялау және AI моделін енгізу.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30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4. Зерттеу нысаны мен пәні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Нысаны: Қалалық көлік инфрақұрылымы мен ағындары.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Пәні: Трафикті талдау және болжау алгоритмдері (ML/AI).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Қолданылатын деректер: IoT сенсорлары, GPS тректері.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Зерттеу аймағы: Астана қаласы (Есіл ауданы мысалында).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30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5. Технологиялар Стегі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AI/ML Ядросы: PyTorch, Scikit-learn, авторлық LSTM алгоритмі.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Деректер базасы: PostgreSQL, PostGIS (кеңістіктік индекстеу).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Mobile: Flutter (Dart), Google Maps SDK.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Серверлік инфрақұрылым: Асинхронды Python, Docker, Render.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30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6. Аналогтарды Талдау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2GIS / Yandex: Трафикті көрсетеді, бірақ AI-болжамы шектеулі, жабық архитектура.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Сергек (Қазақстан): Жол ережесін бақылауға арналған, бірақ көлік ағынын алдын-ала болжамайды.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AI Traffic: Ашық архитектура, терең нейрондық болжау, антистресс режим.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Біздің артықшылық: Қазақстандық инфрақұрылымға 100% бейімделген бірегей AI алгоритмі.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30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7. Жүйе Архитектурасы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Көп деңгейлі архитектура: Clients -&gt; Gateway -&gt; AI Workers -&gt; DB.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WebSocket арқылы нақты уақыттағы деректер ағыны.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Асинхронды өңдеу (Celery/Asyncio).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Кеңістіктік индекстеу (R-tree/PostGIS) арқылы жылдам іздеу.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30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8. LSTM Алгоритмі және Қорытынды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Өзіміз оқытқан LSTM алгоритмі тарихи трафик пен ауа-райын талдап, MAE &lt; 5% дәлдікпен болжайды.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Жобаның негізгі құндылығы – дайын API-лерге емес, өзіміздің AI моделімізге негізделуінде.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Дипломдық жұмыс мақсаты толық орындалып, қазақстандық нақты деректермен жұмыс істейтін AI-прототип жасалды.</a:t>
            </a:r>
          </a:p>
          <a:p>
            <a:pPr>
              <a:spcAft>
                <a:spcPts val="1500"/>
              </a:spcAft>
              <a:defRPr sz="2200">
                <a:solidFill>
                  <a:srgbClr val="334155"/>
                </a:solidFill>
              </a:defRPr>
            </a:pPr>
            <a:r>
              <a:t>• Жүйе қаланың көлік ағындарын оңтайландыруға және экологиялық жағдайын жақсартуға толық дайын.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